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notesMasterIdLst>
    <p:notesMasterId r:id="rId3"/>
  </p:notesMasterIdLst>
  <p:sldIdLst>
    <p:sldId id="256" r:id="rId2"/>
  </p:sldIdLst>
  <p:sldSz cx="32918400" cy="21945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55882"/>
    <a:srgbClr val="CC99FF"/>
    <a:srgbClr val="9274A0"/>
    <a:srgbClr val="D5CBD8"/>
    <a:srgbClr val="E1D9E2"/>
    <a:srgbClr val="C7B9CB"/>
    <a:srgbClr val="423149"/>
    <a:srgbClr val="654C70"/>
    <a:srgbClr val="B29EB8"/>
    <a:srgbClr val="A48B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741" autoAdjust="0"/>
    <p:restoredTop sz="92491" autoAdjust="0"/>
  </p:normalViewPr>
  <p:slideViewPr>
    <p:cSldViewPr snapToGrid="0">
      <p:cViewPr varScale="1">
        <p:scale>
          <a:sx n="38" d="100"/>
          <a:sy n="38" d="100"/>
        </p:scale>
        <p:origin x="94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B1E7F9-983F-4EBA-8B82-F50A297EF965}" type="datetimeFigureOut">
              <a:rPr lang="en-US" smtClean="0"/>
              <a:t>4/1/25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4425" y="1143000"/>
            <a:ext cx="4629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040C68-88B0-4F42-A5F8-509C290E50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4215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94110" rtl="0" eaLnBrk="1" latinLnBrk="0" hangingPunct="1">
      <a:defRPr sz="912" kern="1200">
        <a:solidFill>
          <a:schemeClr val="tx1"/>
        </a:solidFill>
        <a:latin typeface="+mn-lt"/>
        <a:ea typeface="+mn-ea"/>
        <a:cs typeface="+mn-cs"/>
      </a:defRPr>
    </a:lvl1pPr>
    <a:lvl2pPr marL="347057" algn="l" defTabSz="694110" rtl="0" eaLnBrk="1" latinLnBrk="0" hangingPunct="1">
      <a:defRPr sz="912" kern="1200">
        <a:solidFill>
          <a:schemeClr val="tx1"/>
        </a:solidFill>
        <a:latin typeface="+mn-lt"/>
        <a:ea typeface="+mn-ea"/>
        <a:cs typeface="+mn-cs"/>
      </a:defRPr>
    </a:lvl2pPr>
    <a:lvl3pPr marL="694110" algn="l" defTabSz="694110" rtl="0" eaLnBrk="1" latinLnBrk="0" hangingPunct="1">
      <a:defRPr sz="912" kern="1200">
        <a:solidFill>
          <a:schemeClr val="tx1"/>
        </a:solidFill>
        <a:latin typeface="+mn-lt"/>
        <a:ea typeface="+mn-ea"/>
        <a:cs typeface="+mn-cs"/>
      </a:defRPr>
    </a:lvl3pPr>
    <a:lvl4pPr marL="1041166" algn="l" defTabSz="694110" rtl="0" eaLnBrk="1" latinLnBrk="0" hangingPunct="1">
      <a:defRPr sz="912" kern="1200">
        <a:solidFill>
          <a:schemeClr val="tx1"/>
        </a:solidFill>
        <a:latin typeface="+mn-lt"/>
        <a:ea typeface="+mn-ea"/>
        <a:cs typeface="+mn-cs"/>
      </a:defRPr>
    </a:lvl4pPr>
    <a:lvl5pPr marL="1388223" algn="l" defTabSz="694110" rtl="0" eaLnBrk="1" latinLnBrk="0" hangingPunct="1">
      <a:defRPr sz="912" kern="1200">
        <a:solidFill>
          <a:schemeClr val="tx1"/>
        </a:solidFill>
        <a:latin typeface="+mn-lt"/>
        <a:ea typeface="+mn-ea"/>
        <a:cs typeface="+mn-cs"/>
      </a:defRPr>
    </a:lvl5pPr>
    <a:lvl6pPr marL="1735280" algn="l" defTabSz="694110" rtl="0" eaLnBrk="1" latinLnBrk="0" hangingPunct="1">
      <a:defRPr sz="912" kern="1200">
        <a:solidFill>
          <a:schemeClr val="tx1"/>
        </a:solidFill>
        <a:latin typeface="+mn-lt"/>
        <a:ea typeface="+mn-ea"/>
        <a:cs typeface="+mn-cs"/>
      </a:defRPr>
    </a:lvl6pPr>
    <a:lvl7pPr marL="2082333" algn="l" defTabSz="694110" rtl="0" eaLnBrk="1" latinLnBrk="0" hangingPunct="1">
      <a:defRPr sz="912" kern="1200">
        <a:solidFill>
          <a:schemeClr val="tx1"/>
        </a:solidFill>
        <a:latin typeface="+mn-lt"/>
        <a:ea typeface="+mn-ea"/>
        <a:cs typeface="+mn-cs"/>
      </a:defRPr>
    </a:lvl7pPr>
    <a:lvl8pPr marL="2429390" algn="l" defTabSz="694110" rtl="0" eaLnBrk="1" latinLnBrk="0" hangingPunct="1">
      <a:defRPr sz="912" kern="1200">
        <a:solidFill>
          <a:schemeClr val="tx1"/>
        </a:solidFill>
        <a:latin typeface="+mn-lt"/>
        <a:ea typeface="+mn-ea"/>
        <a:cs typeface="+mn-cs"/>
      </a:defRPr>
    </a:lvl8pPr>
    <a:lvl9pPr marL="2776446" algn="l" defTabSz="694110" rtl="0" eaLnBrk="1" latinLnBrk="0" hangingPunct="1">
      <a:defRPr sz="91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14425" y="1143000"/>
            <a:ext cx="46291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040C68-88B0-4F42-A5F8-509C290E508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401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8880" y="3591562"/>
            <a:ext cx="27980640" cy="7640320"/>
          </a:xfrm>
        </p:spPr>
        <p:txBody>
          <a:bodyPr anchor="b"/>
          <a:lstStyle>
            <a:lvl1pPr algn="ctr">
              <a:defRPr sz="19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14800" y="11526522"/>
            <a:ext cx="24688800" cy="5298438"/>
          </a:xfrm>
        </p:spPr>
        <p:txBody>
          <a:bodyPr/>
          <a:lstStyle>
            <a:lvl1pPr marL="0" indent="0" algn="ctr">
              <a:buNone/>
              <a:defRPr sz="7680"/>
            </a:lvl1pPr>
            <a:lvl2pPr marL="1463040" indent="0" algn="ctr">
              <a:buNone/>
              <a:defRPr sz="6400"/>
            </a:lvl2pPr>
            <a:lvl3pPr marL="2926080" indent="0" algn="ctr">
              <a:buNone/>
              <a:defRPr sz="5760"/>
            </a:lvl3pPr>
            <a:lvl4pPr marL="4389120" indent="0" algn="ctr">
              <a:buNone/>
              <a:defRPr sz="5120"/>
            </a:lvl4pPr>
            <a:lvl5pPr marL="5852160" indent="0" algn="ctr">
              <a:buNone/>
              <a:defRPr sz="5120"/>
            </a:lvl5pPr>
            <a:lvl6pPr marL="7315200" indent="0" algn="ctr">
              <a:buNone/>
              <a:defRPr sz="5120"/>
            </a:lvl6pPr>
            <a:lvl7pPr marL="8778240" indent="0" algn="ctr">
              <a:buNone/>
              <a:defRPr sz="5120"/>
            </a:lvl7pPr>
            <a:lvl8pPr marL="10241280" indent="0" algn="ctr">
              <a:buNone/>
              <a:defRPr sz="5120"/>
            </a:lvl8pPr>
            <a:lvl9pPr marL="11704320" indent="0" algn="ctr">
              <a:buNone/>
              <a:defRPr sz="51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C7BD1-C2C4-46F8-BCCF-591EA74A29BA}" type="datetimeFigureOut">
              <a:rPr lang="en-US" smtClean="0"/>
              <a:t>4/1/25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46688-F218-4D38-BBB2-0D6FCBB43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337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C7BD1-C2C4-46F8-BCCF-591EA74A29BA}" type="datetimeFigureOut">
              <a:rPr lang="en-US" smtClean="0"/>
              <a:t>4/1/25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46688-F218-4D38-BBB2-0D6FCBB43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330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5997" y="5471167"/>
            <a:ext cx="28392120" cy="9128758"/>
          </a:xfrm>
        </p:spPr>
        <p:txBody>
          <a:bodyPr anchor="b"/>
          <a:lstStyle>
            <a:lvl1pPr>
              <a:defRPr sz="19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45997" y="14686287"/>
            <a:ext cx="28392120" cy="4800598"/>
          </a:xfrm>
        </p:spPr>
        <p:txBody>
          <a:bodyPr/>
          <a:lstStyle>
            <a:lvl1pPr marL="0" indent="0">
              <a:buNone/>
              <a:defRPr sz="7680">
                <a:solidFill>
                  <a:schemeClr val="tx1"/>
                </a:solidFill>
              </a:defRPr>
            </a:lvl1pPr>
            <a:lvl2pPr marL="146304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2pPr>
            <a:lvl3pPr marL="292608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3pPr>
            <a:lvl4pPr marL="438912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4pPr>
            <a:lvl5pPr marL="585216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5pPr>
            <a:lvl6pPr marL="731520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6pPr>
            <a:lvl7pPr marL="877824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7pPr>
            <a:lvl8pPr marL="1024128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8pPr>
            <a:lvl9pPr marL="1170432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C7BD1-C2C4-46F8-BCCF-591EA74A29BA}" type="datetimeFigureOut">
              <a:rPr lang="en-US" smtClean="0"/>
              <a:t>4/1/25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46688-F218-4D38-BBB2-0D6FCBB43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589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63140" y="5842000"/>
            <a:ext cx="13990320" cy="139242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664940" y="5842000"/>
            <a:ext cx="13990320" cy="139242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C7BD1-C2C4-46F8-BCCF-591EA74A29BA}" type="datetimeFigureOut">
              <a:rPr lang="en-US" smtClean="0"/>
              <a:t>4/1/25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46688-F218-4D38-BBB2-0D6FCBB43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915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168405"/>
            <a:ext cx="28392120" cy="42418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7431" y="5379722"/>
            <a:ext cx="13926024" cy="2636518"/>
          </a:xfrm>
        </p:spPr>
        <p:txBody>
          <a:bodyPr anchor="b"/>
          <a:lstStyle>
            <a:lvl1pPr marL="0" indent="0">
              <a:buNone/>
              <a:defRPr sz="7680" b="1"/>
            </a:lvl1pPr>
            <a:lvl2pPr marL="1463040" indent="0">
              <a:buNone/>
              <a:defRPr sz="6400" b="1"/>
            </a:lvl2pPr>
            <a:lvl3pPr marL="2926080" indent="0">
              <a:buNone/>
              <a:defRPr sz="5760" b="1"/>
            </a:lvl3pPr>
            <a:lvl4pPr marL="4389120" indent="0">
              <a:buNone/>
              <a:defRPr sz="5120" b="1"/>
            </a:lvl4pPr>
            <a:lvl5pPr marL="5852160" indent="0">
              <a:buNone/>
              <a:defRPr sz="5120" b="1"/>
            </a:lvl5pPr>
            <a:lvl6pPr marL="7315200" indent="0">
              <a:buNone/>
              <a:defRPr sz="5120" b="1"/>
            </a:lvl6pPr>
            <a:lvl7pPr marL="8778240" indent="0">
              <a:buNone/>
              <a:defRPr sz="5120" b="1"/>
            </a:lvl7pPr>
            <a:lvl8pPr marL="10241280" indent="0">
              <a:buNone/>
              <a:defRPr sz="5120" b="1"/>
            </a:lvl8pPr>
            <a:lvl9pPr marL="11704320" indent="0">
              <a:buNone/>
              <a:defRPr sz="512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7431" y="8016240"/>
            <a:ext cx="13926024" cy="117906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664942" y="5379722"/>
            <a:ext cx="13994608" cy="2636518"/>
          </a:xfrm>
        </p:spPr>
        <p:txBody>
          <a:bodyPr anchor="b"/>
          <a:lstStyle>
            <a:lvl1pPr marL="0" indent="0">
              <a:buNone/>
              <a:defRPr sz="7680" b="1"/>
            </a:lvl1pPr>
            <a:lvl2pPr marL="1463040" indent="0">
              <a:buNone/>
              <a:defRPr sz="6400" b="1"/>
            </a:lvl2pPr>
            <a:lvl3pPr marL="2926080" indent="0">
              <a:buNone/>
              <a:defRPr sz="5760" b="1"/>
            </a:lvl3pPr>
            <a:lvl4pPr marL="4389120" indent="0">
              <a:buNone/>
              <a:defRPr sz="5120" b="1"/>
            </a:lvl4pPr>
            <a:lvl5pPr marL="5852160" indent="0">
              <a:buNone/>
              <a:defRPr sz="5120" b="1"/>
            </a:lvl5pPr>
            <a:lvl6pPr marL="7315200" indent="0">
              <a:buNone/>
              <a:defRPr sz="5120" b="1"/>
            </a:lvl6pPr>
            <a:lvl7pPr marL="8778240" indent="0">
              <a:buNone/>
              <a:defRPr sz="5120" b="1"/>
            </a:lvl7pPr>
            <a:lvl8pPr marL="10241280" indent="0">
              <a:buNone/>
              <a:defRPr sz="5120" b="1"/>
            </a:lvl8pPr>
            <a:lvl9pPr marL="11704320" indent="0">
              <a:buNone/>
              <a:defRPr sz="512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664942" y="8016240"/>
            <a:ext cx="13994608" cy="117906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C7BD1-C2C4-46F8-BCCF-591EA74A29BA}" type="datetimeFigureOut">
              <a:rPr lang="en-US" smtClean="0"/>
              <a:t>4/1/25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46688-F218-4D38-BBB2-0D6FCBB43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899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C7BD1-C2C4-46F8-BCCF-591EA74A29BA}" type="datetimeFigureOut">
              <a:rPr lang="en-US" smtClean="0"/>
              <a:t>4/1/25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46688-F218-4D38-BBB2-0D6FCBB43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589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C7BD1-C2C4-46F8-BCCF-591EA74A29BA}" type="datetimeFigureOut">
              <a:rPr lang="en-US" smtClean="0"/>
              <a:t>4/1/25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46688-F218-4D38-BBB2-0D6FCBB43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100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463040"/>
            <a:ext cx="10617041" cy="5120640"/>
          </a:xfrm>
        </p:spPr>
        <p:txBody>
          <a:bodyPr anchor="b"/>
          <a:lstStyle>
            <a:lvl1pPr>
              <a:defRPr sz="10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94608" y="3159765"/>
            <a:ext cx="16664940" cy="15595600"/>
          </a:xfrm>
        </p:spPr>
        <p:txBody>
          <a:bodyPr/>
          <a:lstStyle>
            <a:lvl1pPr>
              <a:defRPr sz="10240"/>
            </a:lvl1pPr>
            <a:lvl2pPr>
              <a:defRPr sz="8960"/>
            </a:lvl2pPr>
            <a:lvl3pPr>
              <a:defRPr sz="7680"/>
            </a:lvl3pPr>
            <a:lvl4pPr>
              <a:defRPr sz="6400"/>
            </a:lvl4pPr>
            <a:lvl5pPr>
              <a:defRPr sz="6400"/>
            </a:lvl5pPr>
            <a:lvl6pPr>
              <a:defRPr sz="6400"/>
            </a:lvl6pPr>
            <a:lvl7pPr>
              <a:defRPr sz="6400"/>
            </a:lvl7pPr>
            <a:lvl8pPr>
              <a:defRPr sz="6400"/>
            </a:lvl8pPr>
            <a:lvl9pPr>
              <a:defRPr sz="6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6583680"/>
            <a:ext cx="10617041" cy="12197082"/>
          </a:xfrm>
        </p:spPr>
        <p:txBody>
          <a:bodyPr/>
          <a:lstStyle>
            <a:lvl1pPr marL="0" indent="0">
              <a:buNone/>
              <a:defRPr sz="5120"/>
            </a:lvl1pPr>
            <a:lvl2pPr marL="1463040" indent="0">
              <a:buNone/>
              <a:defRPr sz="4480"/>
            </a:lvl2pPr>
            <a:lvl3pPr marL="2926080" indent="0">
              <a:buNone/>
              <a:defRPr sz="3840"/>
            </a:lvl3pPr>
            <a:lvl4pPr marL="4389120" indent="0">
              <a:buNone/>
              <a:defRPr sz="3200"/>
            </a:lvl4pPr>
            <a:lvl5pPr marL="5852160" indent="0">
              <a:buNone/>
              <a:defRPr sz="3200"/>
            </a:lvl5pPr>
            <a:lvl6pPr marL="7315200" indent="0">
              <a:buNone/>
              <a:defRPr sz="3200"/>
            </a:lvl6pPr>
            <a:lvl7pPr marL="8778240" indent="0">
              <a:buNone/>
              <a:defRPr sz="3200"/>
            </a:lvl7pPr>
            <a:lvl8pPr marL="10241280" indent="0">
              <a:buNone/>
              <a:defRPr sz="3200"/>
            </a:lvl8pPr>
            <a:lvl9pPr marL="11704320" indent="0">
              <a:buNone/>
              <a:defRPr sz="3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C7BD1-C2C4-46F8-BCCF-591EA74A29BA}" type="datetimeFigureOut">
              <a:rPr lang="en-US" smtClean="0"/>
              <a:t>4/1/25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46688-F218-4D38-BBB2-0D6FCBB43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62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463040"/>
            <a:ext cx="10617041" cy="5120640"/>
          </a:xfrm>
        </p:spPr>
        <p:txBody>
          <a:bodyPr anchor="b"/>
          <a:lstStyle>
            <a:lvl1pPr>
              <a:defRPr sz="10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994608" y="3159765"/>
            <a:ext cx="16664940" cy="15595600"/>
          </a:xfrm>
        </p:spPr>
        <p:txBody>
          <a:bodyPr anchor="t"/>
          <a:lstStyle>
            <a:lvl1pPr marL="0" indent="0">
              <a:buNone/>
              <a:defRPr sz="10240"/>
            </a:lvl1pPr>
            <a:lvl2pPr marL="1463040" indent="0">
              <a:buNone/>
              <a:defRPr sz="8960"/>
            </a:lvl2pPr>
            <a:lvl3pPr marL="2926080" indent="0">
              <a:buNone/>
              <a:defRPr sz="7680"/>
            </a:lvl3pPr>
            <a:lvl4pPr marL="4389120" indent="0">
              <a:buNone/>
              <a:defRPr sz="6400"/>
            </a:lvl4pPr>
            <a:lvl5pPr marL="5852160" indent="0">
              <a:buNone/>
              <a:defRPr sz="6400"/>
            </a:lvl5pPr>
            <a:lvl6pPr marL="7315200" indent="0">
              <a:buNone/>
              <a:defRPr sz="6400"/>
            </a:lvl6pPr>
            <a:lvl7pPr marL="8778240" indent="0">
              <a:buNone/>
              <a:defRPr sz="6400"/>
            </a:lvl7pPr>
            <a:lvl8pPr marL="10241280" indent="0">
              <a:buNone/>
              <a:defRPr sz="6400"/>
            </a:lvl8pPr>
            <a:lvl9pPr marL="11704320" indent="0">
              <a:buNone/>
              <a:defRPr sz="6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6583680"/>
            <a:ext cx="10617041" cy="12197082"/>
          </a:xfrm>
        </p:spPr>
        <p:txBody>
          <a:bodyPr/>
          <a:lstStyle>
            <a:lvl1pPr marL="0" indent="0">
              <a:buNone/>
              <a:defRPr sz="5120"/>
            </a:lvl1pPr>
            <a:lvl2pPr marL="1463040" indent="0">
              <a:buNone/>
              <a:defRPr sz="4480"/>
            </a:lvl2pPr>
            <a:lvl3pPr marL="2926080" indent="0">
              <a:buNone/>
              <a:defRPr sz="3840"/>
            </a:lvl3pPr>
            <a:lvl4pPr marL="4389120" indent="0">
              <a:buNone/>
              <a:defRPr sz="3200"/>
            </a:lvl4pPr>
            <a:lvl5pPr marL="5852160" indent="0">
              <a:buNone/>
              <a:defRPr sz="3200"/>
            </a:lvl5pPr>
            <a:lvl6pPr marL="7315200" indent="0">
              <a:buNone/>
              <a:defRPr sz="3200"/>
            </a:lvl6pPr>
            <a:lvl7pPr marL="8778240" indent="0">
              <a:buNone/>
              <a:defRPr sz="3200"/>
            </a:lvl7pPr>
            <a:lvl8pPr marL="10241280" indent="0">
              <a:buNone/>
              <a:defRPr sz="3200"/>
            </a:lvl8pPr>
            <a:lvl9pPr marL="11704320" indent="0">
              <a:buNone/>
              <a:defRPr sz="3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C7BD1-C2C4-46F8-BCCF-591EA74A29BA}" type="datetimeFigureOut">
              <a:rPr lang="en-US" smtClean="0"/>
              <a:t>4/1/25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46688-F218-4D38-BBB2-0D6FCBB43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167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C7BD1-C2C4-46F8-BCCF-591EA74A29BA}" type="datetimeFigureOut">
              <a:rPr lang="en-US" smtClean="0"/>
              <a:t>4/1/25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46688-F218-4D38-BBB2-0D6FCBB43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675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557232" y="1168400"/>
            <a:ext cx="7098030" cy="1859788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63142" y="1168400"/>
            <a:ext cx="20882610" cy="18597882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C7BD1-C2C4-46F8-BCCF-591EA74A29BA}" type="datetimeFigureOut">
              <a:rPr lang="en-US" smtClean="0"/>
              <a:t>4/1/25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46688-F218-4D38-BBB2-0D6FCBB43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945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3140" y="1168405"/>
            <a:ext cx="28392120" cy="42418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3140" y="5842000"/>
            <a:ext cx="28392120" cy="139242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8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FC7BD1-C2C4-46F8-BCCF-591EA74A29BA}" type="datetimeFigureOut">
              <a:rPr lang="en-US" smtClean="0"/>
              <a:t>4/1/25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8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8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746688-F218-4D38-BBB2-0D6FCBB43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577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2926080" rtl="0" eaLnBrk="1" latinLnBrk="0" hangingPunct="1">
        <a:lnSpc>
          <a:spcPct val="90000"/>
        </a:lnSpc>
        <a:spcBef>
          <a:spcPct val="0"/>
        </a:spcBef>
        <a:buNone/>
        <a:defRPr sz="140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31520" indent="-731520" algn="l" defTabSz="2926080" rtl="0" eaLnBrk="1" latinLnBrk="0" hangingPunct="1">
        <a:lnSpc>
          <a:spcPct val="90000"/>
        </a:lnSpc>
        <a:spcBef>
          <a:spcPts val="3200"/>
        </a:spcBef>
        <a:buFont typeface="Arial" panose="020B0604020202020204" pitchFamily="34" charset="0"/>
        <a:buChar char="•"/>
        <a:defRPr sz="896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768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3pPr>
      <a:lvl4pPr marL="512064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5pPr>
      <a:lvl6pPr marL="804672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6pPr>
      <a:lvl7pPr marL="950976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7pPr>
      <a:lvl8pPr marL="1097280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8pPr>
      <a:lvl9pPr marL="1243584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1pPr>
      <a:lvl2pPr marL="146304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2pPr>
      <a:lvl3pPr marL="292608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3pPr>
      <a:lvl4pPr marL="438912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4pPr>
      <a:lvl5pPr marL="585216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5pPr>
      <a:lvl6pPr marL="731520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6pPr>
      <a:lvl7pPr marL="877824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7pPr>
      <a:lvl8pPr marL="1024128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8pPr>
      <a:lvl9pPr marL="1170432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jpeg"/><Relationship Id="rId7" Type="http://schemas.microsoft.com/office/2007/relationships/hdphoto" Target="../media/hdphoto2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7.png"/><Relationship Id="rId5" Type="http://schemas.microsoft.com/office/2007/relationships/hdphoto" Target="../media/hdphoto1.wdp"/><Relationship Id="rId10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Rectangle 117"/>
          <p:cNvSpPr/>
          <p:nvPr/>
        </p:nvSpPr>
        <p:spPr>
          <a:xfrm>
            <a:off x="361241" y="17397333"/>
            <a:ext cx="8591882" cy="4390293"/>
          </a:xfrm>
          <a:prstGeom prst="rect">
            <a:avLst/>
          </a:prstGeom>
          <a:solidFill>
            <a:srgbClr val="D5CBD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Rectangle 116"/>
          <p:cNvSpPr/>
          <p:nvPr/>
        </p:nvSpPr>
        <p:spPr>
          <a:xfrm>
            <a:off x="20942155" y="4251007"/>
            <a:ext cx="11581322" cy="7656509"/>
          </a:xfrm>
          <a:prstGeom prst="rect">
            <a:avLst/>
          </a:prstGeom>
          <a:solidFill>
            <a:srgbClr val="D5CBD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350013" y="4399700"/>
            <a:ext cx="11133814" cy="17387926"/>
          </a:xfrm>
          <a:prstGeom prst="rect">
            <a:avLst/>
          </a:prstGeom>
          <a:solidFill>
            <a:srgbClr val="D5CBD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9" name="TextBox 288"/>
          <p:cNvSpPr txBox="1"/>
          <p:nvPr/>
        </p:nvSpPr>
        <p:spPr>
          <a:xfrm>
            <a:off x="20953169" y="17958401"/>
            <a:ext cx="11585448" cy="2369880"/>
          </a:xfrm>
          <a:prstGeom prst="rect">
            <a:avLst/>
          </a:prstGeom>
          <a:solidFill>
            <a:srgbClr val="D5CBD8">
              <a:alpha val="50000"/>
            </a:srgbClr>
          </a:solidFill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1463040">
              <a:buSzPct val="200000"/>
              <a:defRPr sz="3200" b="1">
                <a:latin typeface="Cambria" panose="02040503050406030204" pitchFamily="18" charset="0"/>
              </a:defRPr>
            </a:lvl1pPr>
          </a:lstStyle>
          <a:p>
            <a:pPr marL="731520"/>
            <a:endParaRPr lang="en-US" sz="1200" b="0" dirty="0">
              <a:solidFill>
                <a:srgbClr val="423149"/>
              </a:solidFill>
            </a:endParaRPr>
          </a:p>
          <a:p>
            <a:pPr marL="731520"/>
            <a:endParaRPr lang="en-US" sz="1000" b="0" dirty="0">
              <a:solidFill>
                <a:srgbClr val="423149"/>
              </a:solidFill>
            </a:endParaRPr>
          </a:p>
          <a:p>
            <a:pPr marL="640080"/>
            <a:r>
              <a:rPr lang="en-US" sz="2800" b="0" dirty="0">
                <a:solidFill>
                  <a:srgbClr val="423149"/>
                </a:solidFill>
              </a:rPr>
              <a:t> </a:t>
            </a:r>
          </a:p>
          <a:p>
            <a:pPr marL="640080"/>
            <a:endParaRPr lang="en-US" sz="2800" b="0" dirty="0">
              <a:solidFill>
                <a:srgbClr val="423149"/>
              </a:solidFill>
            </a:endParaRPr>
          </a:p>
          <a:p>
            <a:pPr marL="640080"/>
            <a:endParaRPr lang="en-US" sz="2800" b="0" dirty="0">
              <a:solidFill>
                <a:srgbClr val="423149"/>
              </a:solidFill>
            </a:endParaRPr>
          </a:p>
          <a:p>
            <a:pPr marL="640080"/>
            <a:endParaRPr lang="en-US" sz="2000" b="0" dirty="0">
              <a:solidFill>
                <a:srgbClr val="423149"/>
              </a:solidFill>
            </a:endParaRPr>
          </a:p>
          <a:p>
            <a:pPr marL="640080"/>
            <a:endParaRPr lang="en-US" sz="2800" b="0" dirty="0">
              <a:solidFill>
                <a:srgbClr val="423149"/>
              </a:solidFill>
            </a:endParaRPr>
          </a:p>
        </p:txBody>
      </p:sp>
      <p:sp>
        <p:nvSpPr>
          <p:cNvPr id="273" name="TextBox 272"/>
          <p:cNvSpPr txBox="1"/>
          <p:nvPr/>
        </p:nvSpPr>
        <p:spPr>
          <a:xfrm>
            <a:off x="343477" y="4419920"/>
            <a:ext cx="8599755" cy="3323987"/>
          </a:xfrm>
          <a:prstGeom prst="rect">
            <a:avLst/>
          </a:prstGeom>
          <a:solidFill>
            <a:srgbClr val="D5CBD8">
              <a:alpha val="50000"/>
            </a:srgbClr>
          </a:solidFill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1097280">
              <a:buSzPct val="200000"/>
            </a:pPr>
            <a:endParaRPr lang="en-US" sz="2700" dirty="0">
              <a:solidFill>
                <a:srgbClr val="423149"/>
              </a:solidFill>
              <a:latin typeface="Cambria" panose="02040503050406030204" pitchFamily="18" charset="0"/>
            </a:endParaRPr>
          </a:p>
          <a:p>
            <a:pPr marL="1097280">
              <a:buSzPct val="200000"/>
            </a:pPr>
            <a:endParaRPr lang="en-US" sz="2700" dirty="0">
              <a:solidFill>
                <a:srgbClr val="423149"/>
              </a:solidFill>
              <a:latin typeface="Cambria" panose="02040503050406030204" pitchFamily="18" charset="0"/>
            </a:endParaRPr>
          </a:p>
          <a:p>
            <a:pPr marL="1097280">
              <a:buSzPct val="200000"/>
            </a:pPr>
            <a:endParaRPr lang="en-US" sz="2700" dirty="0">
              <a:solidFill>
                <a:srgbClr val="423149"/>
              </a:solidFill>
              <a:latin typeface="Cambria" panose="02040503050406030204" pitchFamily="18" charset="0"/>
            </a:endParaRPr>
          </a:p>
          <a:p>
            <a:pPr marL="1097280">
              <a:buSzPct val="200000"/>
            </a:pPr>
            <a:endParaRPr lang="en-US" sz="2700" dirty="0">
              <a:solidFill>
                <a:srgbClr val="423149"/>
              </a:solidFill>
              <a:latin typeface="Cambria" panose="02040503050406030204" pitchFamily="18" charset="0"/>
            </a:endParaRPr>
          </a:p>
          <a:p>
            <a:pPr marL="1097280">
              <a:buSzPct val="200000"/>
            </a:pPr>
            <a:endParaRPr lang="en-US" sz="2700" dirty="0">
              <a:solidFill>
                <a:srgbClr val="423149"/>
              </a:solidFill>
              <a:latin typeface="Cambria" panose="02040503050406030204" pitchFamily="18" charset="0"/>
            </a:endParaRPr>
          </a:p>
          <a:p>
            <a:pPr marL="1097280">
              <a:buSzPct val="200000"/>
            </a:pPr>
            <a:endParaRPr lang="en-US" sz="2700" dirty="0">
              <a:solidFill>
                <a:srgbClr val="423149"/>
              </a:solidFill>
              <a:latin typeface="Cambria" panose="02040503050406030204" pitchFamily="18" charset="0"/>
            </a:endParaRPr>
          </a:p>
          <a:p>
            <a:pPr marL="1097280">
              <a:buSzPct val="200000"/>
            </a:pPr>
            <a:endParaRPr lang="en-US" sz="2700" dirty="0">
              <a:solidFill>
                <a:srgbClr val="423149"/>
              </a:solidFill>
              <a:latin typeface="Cambria" panose="02040503050406030204" pitchFamily="18" charset="0"/>
            </a:endParaRPr>
          </a:p>
          <a:p>
            <a:pPr marL="1097280">
              <a:buSzPct val="200000"/>
            </a:pPr>
            <a:endParaRPr lang="en-US" sz="2700" dirty="0">
              <a:solidFill>
                <a:srgbClr val="423149"/>
              </a:solidFill>
              <a:latin typeface="Cambria" panose="02040503050406030204" pitchFamily="18" charset="0"/>
            </a:endParaRPr>
          </a:p>
        </p:txBody>
      </p:sp>
      <p:sp>
        <p:nvSpPr>
          <p:cNvPr id="262" name="TextBox 261"/>
          <p:cNvSpPr txBox="1"/>
          <p:nvPr/>
        </p:nvSpPr>
        <p:spPr>
          <a:xfrm>
            <a:off x="2179363" y="485497"/>
            <a:ext cx="2857308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b="1" dirty="0">
                <a:solidFill>
                  <a:srgbClr val="423149"/>
                </a:solidFill>
                <a:latin typeface="Cambria" panose="02040503050406030204" pitchFamily="18" charset="0"/>
              </a:rPr>
              <a:t>Research Project Title</a:t>
            </a:r>
          </a:p>
        </p:txBody>
      </p:sp>
      <p:sp>
        <p:nvSpPr>
          <p:cNvPr id="266" name="Rounded Rectangle 265"/>
          <p:cNvSpPr/>
          <p:nvPr/>
        </p:nvSpPr>
        <p:spPr>
          <a:xfrm>
            <a:off x="349629" y="3768504"/>
            <a:ext cx="8595360" cy="640080"/>
          </a:xfrm>
          <a:prstGeom prst="roundRect">
            <a:avLst>
              <a:gd name="adj" fmla="val 0"/>
            </a:avLst>
          </a:prstGeom>
          <a:solidFill>
            <a:srgbClr val="755882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91440" tIns="0" rIns="91440" bIns="91440" anchor="ctr" anchorCtr="0"/>
          <a:lstStyle/>
          <a:p>
            <a:pPr algn="ctr"/>
            <a:r>
              <a:rPr lang="en-US" altLang="en-US" sz="4000" b="1" dirty="0">
                <a:solidFill>
                  <a:srgbClr val="ECE6EE"/>
                </a:solidFill>
                <a:latin typeface="Cambria" panose="0204050305040603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1. Background</a:t>
            </a:r>
            <a:endParaRPr lang="en-US" sz="4000" dirty="0">
              <a:solidFill>
                <a:srgbClr val="ECE6EE"/>
              </a:solidFill>
              <a:latin typeface="Cambria" panose="02040503050406030204" pitchFamily="18" charset="0"/>
            </a:endParaRPr>
          </a:p>
        </p:txBody>
      </p:sp>
      <p:sp>
        <p:nvSpPr>
          <p:cNvPr id="267" name="Rounded Rectangle 266"/>
          <p:cNvSpPr/>
          <p:nvPr/>
        </p:nvSpPr>
        <p:spPr>
          <a:xfrm>
            <a:off x="363412" y="8044729"/>
            <a:ext cx="8593603" cy="640080"/>
          </a:xfrm>
          <a:prstGeom prst="roundRect">
            <a:avLst>
              <a:gd name="adj" fmla="val 0"/>
            </a:avLst>
          </a:prstGeom>
          <a:solidFill>
            <a:srgbClr val="755882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91440" tIns="0" rIns="91440" bIns="91440" anchor="ctr" anchorCtr="0"/>
          <a:lstStyle/>
          <a:p>
            <a:pPr algn="ctr"/>
            <a:r>
              <a:rPr lang="en-US" altLang="en-US" sz="4000" b="1" dirty="0">
                <a:solidFill>
                  <a:srgbClr val="ECE6EE"/>
                </a:solidFill>
                <a:latin typeface="Cambria" panose="0204050305040603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2. Motivations &amp; Objectives</a:t>
            </a:r>
            <a:endParaRPr lang="en-US" sz="4000" b="1" dirty="0">
              <a:solidFill>
                <a:srgbClr val="ECE6EE"/>
              </a:solidFill>
              <a:latin typeface="Cambria" panose="020405030504060302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8" name="Rounded Rectangle 267"/>
          <p:cNvSpPr/>
          <p:nvPr/>
        </p:nvSpPr>
        <p:spPr>
          <a:xfrm>
            <a:off x="9350013" y="3768504"/>
            <a:ext cx="11155680" cy="640080"/>
          </a:xfrm>
          <a:prstGeom prst="roundRect">
            <a:avLst>
              <a:gd name="adj" fmla="val 0"/>
            </a:avLst>
          </a:prstGeom>
          <a:solidFill>
            <a:srgbClr val="755882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91440" tIns="0" rIns="91440" bIns="91440" anchor="ctr" anchorCtr="0"/>
          <a:lstStyle/>
          <a:p>
            <a:pPr algn="ctr"/>
            <a:r>
              <a:rPr lang="en-US" altLang="en-US" sz="4000" b="1" dirty="0">
                <a:solidFill>
                  <a:srgbClr val="ECE6EE"/>
                </a:solidFill>
                <a:latin typeface="Cambria" panose="0204050305040603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3. Methodology</a:t>
            </a:r>
            <a:endParaRPr lang="en-US" sz="4000" b="1" dirty="0">
              <a:solidFill>
                <a:srgbClr val="ECE6EE"/>
              </a:solidFill>
              <a:latin typeface="Cambria" panose="020405030504060302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9" name="Rounded Rectangle 268"/>
          <p:cNvSpPr/>
          <p:nvPr/>
        </p:nvSpPr>
        <p:spPr>
          <a:xfrm>
            <a:off x="20953169" y="17343097"/>
            <a:ext cx="11585448" cy="640080"/>
          </a:xfrm>
          <a:prstGeom prst="roundRect">
            <a:avLst>
              <a:gd name="adj" fmla="val 0"/>
            </a:avLst>
          </a:prstGeom>
          <a:solidFill>
            <a:srgbClr val="755882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91440" tIns="0" rIns="91440" bIns="91440" anchor="ctr" anchorCtr="0"/>
          <a:lstStyle/>
          <a:p>
            <a:pPr algn="ctr"/>
            <a:r>
              <a:rPr lang="en-US" altLang="en-US" sz="4000" b="1" dirty="0">
                <a:solidFill>
                  <a:srgbClr val="ECE6EE"/>
                </a:solidFill>
                <a:latin typeface="Cambria" panose="0204050305040603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5. Conclusion &amp; Future Work</a:t>
            </a:r>
            <a:endParaRPr lang="en-US" sz="4000" b="1" dirty="0">
              <a:solidFill>
                <a:srgbClr val="ECE6EE"/>
              </a:solidFill>
              <a:latin typeface="Cambria" panose="020405030504060302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0" name="Rounded Rectangle 269"/>
          <p:cNvSpPr/>
          <p:nvPr/>
        </p:nvSpPr>
        <p:spPr>
          <a:xfrm>
            <a:off x="20953169" y="3768504"/>
            <a:ext cx="11570308" cy="640080"/>
          </a:xfrm>
          <a:prstGeom prst="roundRect">
            <a:avLst>
              <a:gd name="adj" fmla="val 0"/>
            </a:avLst>
          </a:prstGeom>
          <a:solidFill>
            <a:srgbClr val="755882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91440" tIns="0" rIns="91440" bIns="91440" anchor="ctr" anchorCtr="0"/>
          <a:lstStyle/>
          <a:p>
            <a:pPr algn="ctr"/>
            <a:r>
              <a:rPr lang="en-US" altLang="en-US" sz="4000" b="1" dirty="0">
                <a:solidFill>
                  <a:srgbClr val="ECE6EE"/>
                </a:solidFill>
                <a:latin typeface="Cambria" panose="0204050305040603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4. Experimental Results</a:t>
            </a:r>
            <a:endParaRPr lang="en-US" sz="4000" b="1" dirty="0">
              <a:solidFill>
                <a:srgbClr val="ECE6EE"/>
              </a:solidFill>
              <a:latin typeface="Cambria" panose="020405030504060302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86" name="Picture 285"/>
          <p:cNvPicPr>
            <a:picLocks noChangeAspect="1"/>
          </p:cNvPicPr>
          <p:nvPr/>
        </p:nvPicPr>
        <p:blipFill rotWithShape="1">
          <a:blip r:embed="rId3" cstate="print">
            <a:duotone>
              <a:prstClr val="black"/>
              <a:srgbClr val="9274A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5241" b="15334"/>
          <a:stretch/>
        </p:blipFill>
        <p:spPr>
          <a:xfrm>
            <a:off x="28826197" y="21202366"/>
            <a:ext cx="577836" cy="401158"/>
          </a:xfrm>
          <a:prstGeom prst="rect">
            <a:avLst/>
          </a:prstGeom>
        </p:spPr>
      </p:pic>
      <p:sp>
        <p:nvSpPr>
          <p:cNvPr id="287" name="Rectangle 286"/>
          <p:cNvSpPr/>
          <p:nvPr/>
        </p:nvSpPr>
        <p:spPr>
          <a:xfrm>
            <a:off x="29391642" y="21077647"/>
            <a:ext cx="38408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MY" sz="3200" dirty="0" err="1">
                <a:solidFill>
                  <a:srgbClr val="423149"/>
                </a:solidFill>
                <a:latin typeface="Cambria" panose="02040503050406030204" pitchFamily="18" charset="0"/>
              </a:rPr>
              <a:t>johndoe@edu</a:t>
            </a:r>
            <a:r>
              <a:rPr lang="en-MY" sz="3200" dirty="0">
                <a:solidFill>
                  <a:srgbClr val="423149"/>
                </a:solidFill>
                <a:latin typeface="Cambria" panose="02040503050406030204" pitchFamily="18" charset="0"/>
              </a:rPr>
              <a:t> </a:t>
            </a:r>
            <a:endParaRPr lang="en-US" sz="3200" dirty="0">
              <a:solidFill>
                <a:srgbClr val="423149"/>
              </a:solidFill>
              <a:latin typeface="Cambria" panose="02040503050406030204" pitchFamily="18" charset="0"/>
            </a:endParaRPr>
          </a:p>
        </p:txBody>
      </p:sp>
      <p:sp>
        <p:nvSpPr>
          <p:cNvPr id="288" name="Rectangle 287"/>
          <p:cNvSpPr/>
          <p:nvPr/>
        </p:nvSpPr>
        <p:spPr>
          <a:xfrm>
            <a:off x="20976086" y="20792208"/>
            <a:ext cx="2045303" cy="4862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MY" sz="3200" b="1" dirty="0">
                <a:solidFill>
                  <a:srgbClr val="423149"/>
                </a:solidFill>
                <a:latin typeface="Cambria" panose="02040503050406030204" pitchFamily="18" charset="0"/>
              </a:rPr>
              <a:t>Presenter</a:t>
            </a:r>
            <a:endParaRPr lang="en-US" sz="3200" dirty="0">
              <a:solidFill>
                <a:srgbClr val="423149"/>
              </a:solidFill>
              <a:latin typeface="Cambria" panose="02040503050406030204" pitchFamily="18" charset="0"/>
            </a:endParaRPr>
          </a:p>
        </p:txBody>
      </p:sp>
      <p:cxnSp>
        <p:nvCxnSpPr>
          <p:cNvPr id="290" name="Straight Connector 289"/>
          <p:cNvCxnSpPr/>
          <p:nvPr/>
        </p:nvCxnSpPr>
        <p:spPr>
          <a:xfrm>
            <a:off x="20975675" y="20614157"/>
            <a:ext cx="11430000" cy="0"/>
          </a:xfrm>
          <a:prstGeom prst="line">
            <a:avLst/>
          </a:prstGeom>
          <a:ln w="19050">
            <a:solidFill>
              <a:srgbClr val="9274A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2" name="TextBox 291"/>
          <p:cNvSpPr txBox="1"/>
          <p:nvPr/>
        </p:nvSpPr>
        <p:spPr>
          <a:xfrm>
            <a:off x="371040" y="8682764"/>
            <a:ext cx="8585975" cy="7715958"/>
          </a:xfrm>
          <a:prstGeom prst="rect">
            <a:avLst/>
          </a:prstGeom>
          <a:solidFill>
            <a:srgbClr val="D5CBD8">
              <a:alpha val="50000"/>
            </a:srgbClr>
          </a:solidFill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1463040">
              <a:buSzPct val="200000"/>
              <a:defRPr sz="3200" b="1">
                <a:latin typeface="Cambria" panose="02040503050406030204" pitchFamily="18" charset="0"/>
              </a:defRPr>
            </a:lvl1pPr>
          </a:lstStyle>
          <a:p>
            <a:pPr marL="731520"/>
            <a:endParaRPr lang="en-US" altLang="en-US" sz="500" dirty="0">
              <a:solidFill>
                <a:srgbClr val="423149"/>
              </a:solidFill>
            </a:endParaRPr>
          </a:p>
          <a:p>
            <a:pPr marL="731520"/>
            <a:r>
              <a:rPr lang="en-US" altLang="en-US" sz="3000" dirty="0">
                <a:solidFill>
                  <a:srgbClr val="423149"/>
                </a:solidFill>
              </a:rPr>
              <a:t>Convention</a:t>
            </a:r>
          </a:p>
          <a:p>
            <a:pPr marL="731520"/>
            <a:endParaRPr lang="en-US" altLang="en-US" sz="300" b="0" dirty="0">
              <a:solidFill>
                <a:srgbClr val="423149"/>
              </a:solidFill>
            </a:endParaRPr>
          </a:p>
          <a:p>
            <a:pPr marL="731520">
              <a:lnSpc>
                <a:spcPct val="85000"/>
              </a:lnSpc>
            </a:pPr>
            <a:endParaRPr lang="en-US" sz="2800" b="0" dirty="0">
              <a:solidFill>
                <a:srgbClr val="423149"/>
              </a:solidFill>
            </a:endParaRPr>
          </a:p>
          <a:p>
            <a:pPr marL="731520">
              <a:lnSpc>
                <a:spcPct val="85000"/>
              </a:lnSpc>
            </a:pPr>
            <a:endParaRPr lang="en-US" sz="2800" b="0" dirty="0">
              <a:solidFill>
                <a:srgbClr val="423149"/>
              </a:solidFill>
            </a:endParaRPr>
          </a:p>
          <a:p>
            <a:pPr marL="731520">
              <a:lnSpc>
                <a:spcPct val="85000"/>
              </a:lnSpc>
            </a:pPr>
            <a:endParaRPr lang="en-CA" sz="2800" b="0" dirty="0">
              <a:solidFill>
                <a:srgbClr val="423149"/>
              </a:solidFill>
            </a:endParaRPr>
          </a:p>
          <a:p>
            <a:pPr marL="731520"/>
            <a:endParaRPr lang="en-CA" sz="2800" b="0" dirty="0">
              <a:solidFill>
                <a:srgbClr val="423149"/>
              </a:solidFill>
            </a:endParaRPr>
          </a:p>
          <a:p>
            <a:pPr marL="731520"/>
            <a:endParaRPr lang="en-CA" sz="2800" b="0" dirty="0">
              <a:solidFill>
                <a:srgbClr val="423149"/>
              </a:solidFill>
            </a:endParaRPr>
          </a:p>
          <a:p>
            <a:pPr marL="731520"/>
            <a:endParaRPr lang="en-CA" sz="2800" b="0" dirty="0">
              <a:solidFill>
                <a:srgbClr val="423149"/>
              </a:solidFill>
            </a:endParaRPr>
          </a:p>
          <a:p>
            <a:pPr marL="731520"/>
            <a:endParaRPr lang="en-CA" sz="2800" b="0" dirty="0">
              <a:solidFill>
                <a:srgbClr val="423149"/>
              </a:solidFill>
            </a:endParaRPr>
          </a:p>
          <a:p>
            <a:pPr marL="731520"/>
            <a:endParaRPr lang="en-CA" sz="2800" b="0" dirty="0">
              <a:solidFill>
                <a:srgbClr val="423149"/>
              </a:solidFill>
            </a:endParaRPr>
          </a:p>
          <a:p>
            <a:pPr marL="731520"/>
            <a:endParaRPr lang="en-CA" sz="2800" b="0" dirty="0">
              <a:solidFill>
                <a:srgbClr val="423149"/>
              </a:solidFill>
            </a:endParaRPr>
          </a:p>
          <a:p>
            <a:pPr marL="731520"/>
            <a:endParaRPr lang="en-CA" sz="2800" b="0" dirty="0">
              <a:solidFill>
                <a:srgbClr val="423149"/>
              </a:solidFill>
            </a:endParaRPr>
          </a:p>
          <a:p>
            <a:pPr marL="731520"/>
            <a:endParaRPr lang="en-CA" sz="2800" b="0" dirty="0">
              <a:solidFill>
                <a:srgbClr val="423149"/>
              </a:solidFill>
            </a:endParaRPr>
          </a:p>
          <a:p>
            <a:pPr marL="731520"/>
            <a:endParaRPr lang="en-CA" sz="2800" b="0" dirty="0">
              <a:solidFill>
                <a:srgbClr val="423149"/>
              </a:solidFill>
            </a:endParaRPr>
          </a:p>
          <a:p>
            <a:pPr marL="731520"/>
            <a:endParaRPr lang="en-CA" sz="2800" b="0" dirty="0">
              <a:solidFill>
                <a:srgbClr val="423149"/>
              </a:solidFill>
            </a:endParaRPr>
          </a:p>
          <a:p>
            <a:pPr marL="731520"/>
            <a:endParaRPr lang="en-CA" sz="2800" b="0" dirty="0">
              <a:solidFill>
                <a:srgbClr val="423149"/>
              </a:solidFill>
            </a:endParaRPr>
          </a:p>
          <a:p>
            <a:pPr marL="731520"/>
            <a:endParaRPr lang="en-CA" sz="2800" b="0" dirty="0">
              <a:solidFill>
                <a:srgbClr val="423149"/>
              </a:solidFill>
            </a:endParaRPr>
          </a:p>
          <a:p>
            <a:pPr marL="731520"/>
            <a:endParaRPr lang="en-CA" sz="2800" b="0" dirty="0">
              <a:solidFill>
                <a:srgbClr val="423149"/>
              </a:solidFill>
            </a:endParaRPr>
          </a:p>
          <a:p>
            <a:pPr marL="731520"/>
            <a:endParaRPr lang="en-CA" sz="2800" b="0" dirty="0">
              <a:solidFill>
                <a:srgbClr val="423149"/>
              </a:solidFill>
            </a:endParaRPr>
          </a:p>
        </p:txBody>
      </p:sp>
      <p:pic>
        <p:nvPicPr>
          <p:cNvPr id="293" name="Picture 292"/>
          <p:cNvPicPr preferRelativeResize="0">
            <a:picLocks/>
          </p:cNvPicPr>
          <p:nvPr/>
        </p:nvPicPr>
        <p:blipFill rotWithShape="1">
          <a:blip r:embed="rId4" cstate="print">
            <a:duotone>
              <a:prstClr val="black"/>
              <a:srgbClr val="654C7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13811" t="43678" r="52285" b="20660"/>
          <a:stretch/>
        </p:blipFill>
        <p:spPr>
          <a:xfrm>
            <a:off x="447240" y="8787929"/>
            <a:ext cx="502920" cy="502920"/>
          </a:xfrm>
          <a:prstGeom prst="rect">
            <a:avLst/>
          </a:prstGeom>
        </p:spPr>
      </p:pic>
      <p:sp>
        <p:nvSpPr>
          <p:cNvPr id="294" name="Down Arrow 293"/>
          <p:cNvSpPr/>
          <p:nvPr/>
        </p:nvSpPr>
        <p:spPr>
          <a:xfrm>
            <a:off x="371039" y="16242780"/>
            <a:ext cx="8582083" cy="985239"/>
          </a:xfrm>
          <a:prstGeom prst="downArrow">
            <a:avLst>
              <a:gd name="adj1" fmla="val 100000"/>
              <a:gd name="adj2" fmla="val 55783"/>
            </a:avLst>
          </a:prstGeom>
          <a:gradFill flip="none" rotWithShape="1">
            <a:gsLst>
              <a:gs pos="2000">
                <a:srgbClr val="A48BAF"/>
              </a:gs>
              <a:gs pos="100000">
                <a:srgbClr val="E1D9E2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91440" tIns="0" rIns="91440" bIns="91440" anchor="ctr" anchorCtr="0"/>
          <a:lstStyle/>
          <a:p>
            <a:pPr algn="ctr"/>
            <a:endParaRPr lang="en-US" sz="7000" b="1">
              <a:solidFill>
                <a:schemeClr val="bg1"/>
              </a:solidFill>
              <a:latin typeface="Cambria" panose="020405030504060302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30" name="Picture 329"/>
          <p:cNvPicPr>
            <a:picLocks noChangeAspect="1"/>
          </p:cNvPicPr>
          <p:nvPr/>
        </p:nvPicPr>
        <p:blipFill rotWithShape="1">
          <a:blip r:embed="rId6" cstate="print">
            <a:duotone>
              <a:prstClr val="black"/>
              <a:srgbClr val="654C7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49245" t="20616" r="16347" b="44223"/>
          <a:stretch/>
        </p:blipFill>
        <p:spPr>
          <a:xfrm>
            <a:off x="21044856" y="18134709"/>
            <a:ext cx="502920" cy="513932"/>
          </a:xfrm>
          <a:prstGeom prst="rect">
            <a:avLst/>
          </a:prstGeom>
        </p:spPr>
      </p:pic>
      <p:pic>
        <p:nvPicPr>
          <p:cNvPr id="331" name="Picture 330"/>
          <p:cNvPicPr>
            <a:picLocks noChangeAspect="1"/>
          </p:cNvPicPr>
          <p:nvPr/>
        </p:nvPicPr>
        <p:blipFill rotWithShape="1">
          <a:blip r:embed="rId6" cstate="print">
            <a:duotone>
              <a:prstClr val="black"/>
              <a:srgbClr val="654C7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49245" t="20616" r="16347" b="44223"/>
          <a:stretch/>
        </p:blipFill>
        <p:spPr>
          <a:xfrm>
            <a:off x="21044856" y="19113258"/>
            <a:ext cx="502920" cy="513932"/>
          </a:xfrm>
          <a:prstGeom prst="rect">
            <a:avLst/>
          </a:prstGeom>
        </p:spPr>
      </p:pic>
      <p:sp>
        <p:nvSpPr>
          <p:cNvPr id="70" name="Rectangle 69"/>
          <p:cNvSpPr/>
          <p:nvPr/>
        </p:nvSpPr>
        <p:spPr>
          <a:xfrm>
            <a:off x="20810624" y="4432444"/>
            <a:ext cx="525805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Clr>
                <a:srgbClr val="654C70"/>
              </a:buClr>
              <a:buSzPct val="125000"/>
              <a:buFont typeface="Wingdings" panose="05000000000000000000" pitchFamily="2" charset="2"/>
              <a:buChar char="v"/>
            </a:pPr>
            <a:r>
              <a:rPr lang="en-US" sz="3000" b="1" dirty="0">
                <a:solidFill>
                  <a:srgbClr val="423149"/>
                </a:solidFill>
                <a:latin typeface="Cambria" panose="02040503050406030204" pitchFamily="18" charset="0"/>
              </a:rPr>
              <a:t>Qualitative Results:</a:t>
            </a:r>
            <a:endParaRPr lang="en-US" sz="3000" dirty="0">
              <a:solidFill>
                <a:srgbClr val="423149"/>
              </a:solidFill>
              <a:latin typeface="Cambria" panose="02040503050406030204" pitchFamily="18" charset="0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20872959" y="11965251"/>
            <a:ext cx="525805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Clr>
                <a:srgbClr val="654C70"/>
              </a:buClr>
              <a:buSzPct val="125000"/>
              <a:buFont typeface="Wingdings" panose="05000000000000000000" pitchFamily="2" charset="2"/>
              <a:buChar char="v"/>
            </a:pPr>
            <a:r>
              <a:rPr lang="en-US" sz="3000" b="1" dirty="0">
                <a:solidFill>
                  <a:srgbClr val="423149"/>
                </a:solidFill>
                <a:latin typeface="Cambria" panose="02040503050406030204" pitchFamily="18" charset="0"/>
              </a:rPr>
              <a:t>Quantitative Results:</a:t>
            </a:r>
            <a:endParaRPr lang="en-US" sz="3000" dirty="0">
              <a:solidFill>
                <a:srgbClr val="423149"/>
              </a:solidFill>
              <a:latin typeface="Cambria" panose="02040503050406030204" pitchFamily="18" charset="0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9291122" y="4486220"/>
            <a:ext cx="739136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Clr>
                <a:srgbClr val="654C70"/>
              </a:buClr>
              <a:buSzPct val="125000"/>
              <a:buFont typeface="Wingdings" panose="05000000000000000000" pitchFamily="2" charset="2"/>
              <a:buChar char="v"/>
            </a:pPr>
            <a:r>
              <a:rPr lang="en-US" sz="3000" b="1" dirty="0">
                <a:solidFill>
                  <a:srgbClr val="423149"/>
                </a:solidFill>
                <a:latin typeface="Cambria" panose="02040503050406030204" pitchFamily="18" charset="0"/>
              </a:rPr>
              <a:t>A:</a:t>
            </a:r>
            <a:endParaRPr lang="en-US" sz="3000" dirty="0">
              <a:solidFill>
                <a:srgbClr val="423149"/>
              </a:solidFill>
              <a:latin typeface="Cambria" panose="02040503050406030204" pitchFamily="18" charset="0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9321557" y="8820260"/>
            <a:ext cx="825973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Clr>
                <a:srgbClr val="654C70"/>
              </a:buClr>
              <a:buSzPct val="125000"/>
              <a:buFont typeface="Wingdings" panose="05000000000000000000" pitchFamily="2" charset="2"/>
              <a:buChar char="v"/>
            </a:pPr>
            <a:r>
              <a:rPr lang="en-US" sz="3000" b="1" dirty="0">
                <a:solidFill>
                  <a:srgbClr val="423149"/>
                </a:solidFill>
                <a:latin typeface="Cambria" panose="02040503050406030204" pitchFamily="18" charset="0"/>
              </a:rPr>
              <a:t>B: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371337" y="12949081"/>
            <a:ext cx="7155075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Clr>
                <a:srgbClr val="654C70"/>
              </a:buClr>
              <a:buSzPct val="125000"/>
              <a:buFont typeface="Wingdings" panose="05000000000000000000" pitchFamily="2" charset="2"/>
              <a:buChar char="v"/>
            </a:pPr>
            <a:r>
              <a:rPr lang="en-US" sz="3000" b="1" dirty="0">
                <a:solidFill>
                  <a:srgbClr val="423149"/>
                </a:solidFill>
                <a:latin typeface="Cambria" panose="02040503050406030204" pitchFamily="18" charset="0"/>
              </a:rPr>
              <a:t>C: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11840" y="17418043"/>
            <a:ext cx="8679518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Clr>
                <a:srgbClr val="654C70"/>
              </a:buClr>
              <a:buSzPct val="125000"/>
              <a:buFont typeface="Wingdings" panose="05000000000000000000" pitchFamily="2" charset="2"/>
              <a:buChar char="v"/>
            </a:pPr>
            <a:endParaRPr lang="en-US" sz="2700" dirty="0">
              <a:solidFill>
                <a:srgbClr val="423149"/>
              </a:solidFill>
              <a:latin typeface="Cambria" panose="020405030504060302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3364537-D8EF-B152-40AC-FE308FE68FF1}"/>
                  </a:ext>
                </a:extLst>
              </p:cNvPr>
              <p:cNvSpPr/>
              <p:nvPr/>
            </p:nvSpPr>
            <p:spPr>
              <a:xfrm>
                <a:off x="9604981" y="2214145"/>
                <a:ext cx="13065596" cy="861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CA" sz="2800" dirty="0">
                          <a:solidFill>
                            <a:srgbClr val="423149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m:rPr>
                          <m:nor/>
                        </m:rPr>
                        <a:rPr lang="en-CA" sz="2800" b="0" i="0" dirty="0" smtClean="0">
                          <a:solidFill>
                            <a:srgbClr val="423149"/>
                          </a:solidFill>
                          <a:latin typeface="Cambria" panose="02040503050406030204" pitchFamily="18" charset="0"/>
                        </a:rPr>
                        <m:t>ame</m:t>
                      </m:r>
                      <m:r>
                        <m:rPr>
                          <m:nor/>
                        </m:rPr>
                        <a:rPr lang="en-CA" sz="2800" b="0" i="0" dirty="0" smtClean="0">
                          <a:solidFill>
                            <a:srgbClr val="423149"/>
                          </a:solidFill>
                          <a:latin typeface="Cambria" panose="02040503050406030204" pitchFamily="18" charset="0"/>
                        </a:rPr>
                        <m:t> 1, </m:t>
                      </m:r>
                      <m:r>
                        <m:rPr>
                          <m:nor/>
                        </m:rPr>
                        <a:rPr lang="en-CA" sz="2800" b="0" i="0" dirty="0" smtClean="0">
                          <a:solidFill>
                            <a:srgbClr val="423149"/>
                          </a:solidFill>
                          <a:latin typeface="Cambria" panose="02040503050406030204" pitchFamily="18" charset="0"/>
                        </a:rPr>
                        <m:t>Name</m:t>
                      </m:r>
                      <m:r>
                        <m:rPr>
                          <m:nor/>
                        </m:rPr>
                        <a:rPr lang="en-CA" sz="2800" b="0" i="0" dirty="0" smtClean="0">
                          <a:solidFill>
                            <a:srgbClr val="423149"/>
                          </a:solidFill>
                          <a:latin typeface="Cambria" panose="02040503050406030204" pitchFamily="18" charset="0"/>
                        </a:rPr>
                        <m:t> 2, </m:t>
                      </m:r>
                      <m:r>
                        <m:rPr>
                          <m:nor/>
                        </m:rPr>
                        <a:rPr lang="en-CA" sz="2800" b="0" i="0" dirty="0" smtClean="0">
                          <a:solidFill>
                            <a:srgbClr val="423149"/>
                          </a:solidFill>
                          <a:latin typeface="Cambria" panose="02040503050406030204" pitchFamily="18" charset="0"/>
                        </a:rPr>
                        <m:t>Name</m:t>
                      </m:r>
                      <m:r>
                        <m:rPr>
                          <m:nor/>
                        </m:rPr>
                        <a:rPr lang="en-CA" sz="2800" b="0" i="0" dirty="0" smtClean="0">
                          <a:solidFill>
                            <a:srgbClr val="423149"/>
                          </a:solidFill>
                          <a:latin typeface="Cambria" panose="02040503050406030204" pitchFamily="18" charset="0"/>
                        </a:rPr>
                        <m:t> 3</m:t>
                      </m:r>
                    </m:oMath>
                  </m:oMathPara>
                </a14:m>
                <a:endParaRPr lang="en-CA" sz="2800" b="0" dirty="0">
                  <a:solidFill>
                    <a:srgbClr val="423149"/>
                  </a:solidFill>
                  <a:latin typeface="Cambria" panose="02040503050406030204" pitchFamily="18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CA" sz="2800" dirty="0">
                    <a:solidFill>
                      <a:srgbClr val="423149"/>
                    </a:solidFill>
                    <a:latin typeface="Cambria" panose="02040503050406030204" pitchFamily="18" charset="0"/>
                  </a:rPr>
                  <a:t>Khoury College of Computer Science</a:t>
                </a:r>
                <a:r>
                  <a:rPr lang="en-US" sz="2800" dirty="0">
                    <a:solidFill>
                      <a:srgbClr val="423149"/>
                    </a:solidFill>
                    <a:latin typeface="Cambria" panose="02040503050406030204" pitchFamily="18" charset="0"/>
                  </a:rPr>
                  <a:t>, Northeastern University,</a:t>
                </a:r>
              </a:p>
            </p:txBody>
          </p:sp>
        </mc:Choice>
        <mc:Fallback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3364537-D8EF-B152-40AC-FE308FE68F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4981" y="2214145"/>
                <a:ext cx="13065596" cy="861775"/>
              </a:xfrm>
              <a:prstGeom prst="rect">
                <a:avLst/>
              </a:prstGeom>
              <a:blipFill>
                <a:blip r:embed="rId8"/>
                <a:stretch>
                  <a:fillRect l="-971" t="-8696" b="-188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C26506A2-60EA-B72C-EF66-71B34C21F0C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1840" y="1556811"/>
            <a:ext cx="5727386" cy="1624023"/>
          </a:xfrm>
          <a:prstGeom prst="rect">
            <a:avLst/>
          </a:prstGeom>
        </p:spPr>
      </p:pic>
      <p:pic>
        <p:nvPicPr>
          <p:cNvPr id="8" name="Picture 7" descr="Northeastern University Guide [Admission Overview] - Ivy Scholars">
            <a:extLst>
              <a:ext uri="{FF2B5EF4-FFF2-40B4-BE49-F238E27FC236}">
                <a16:creationId xmlns:a16="http://schemas.microsoft.com/office/drawing/2014/main" id="{B6787647-77D6-7EE0-5EA3-F0953DB688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96194" y="1161896"/>
            <a:ext cx="2309481" cy="2309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CD5336C9-A34E-482B-714B-1ECA5A78CAAF}"/>
                  </a:ext>
                </a:extLst>
              </p:cNvPr>
              <p:cNvSpPr/>
              <p:nvPr/>
            </p:nvSpPr>
            <p:spPr>
              <a:xfrm>
                <a:off x="24368808" y="2178466"/>
                <a:ext cx="5727386" cy="4921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CA" sz="2800" i="0" dirty="0" smtClean="0">
                          <a:solidFill>
                            <a:srgbClr val="423149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m:rPr>
                          <m:sty m:val="p"/>
                        </m:rPr>
                        <a:rPr lang="en-CA" sz="2800" b="0" i="0" dirty="0" smtClean="0">
                          <a:solidFill>
                            <a:srgbClr val="423149"/>
                          </a:solidFill>
                          <a:latin typeface="Cambria Math" panose="02040503050406030204" pitchFamily="18" charset="0"/>
                        </a:rPr>
                        <m:t>upervised</m:t>
                      </m:r>
                      <m:r>
                        <a:rPr lang="en-CA" sz="2800" b="0" i="0" dirty="0" smtClean="0">
                          <a:solidFill>
                            <a:srgbClr val="423149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CA" sz="2800" b="0" i="0" dirty="0" smtClean="0">
                          <a:solidFill>
                            <a:srgbClr val="423149"/>
                          </a:solidFill>
                          <a:latin typeface="Cambria Math" panose="02040503050406030204" pitchFamily="18" charset="0"/>
                        </a:rPr>
                        <m:t>by</m:t>
                      </m:r>
                      <m:r>
                        <a:rPr lang="en-CA" sz="2800" b="0" i="0" dirty="0" smtClean="0">
                          <a:solidFill>
                            <a:srgbClr val="423149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sty m:val="p"/>
                        </m:rPr>
                        <a:rPr lang="en-CA" sz="2800" b="0" i="0" dirty="0" smtClean="0">
                          <a:solidFill>
                            <a:srgbClr val="423149"/>
                          </a:solidFill>
                          <a:latin typeface="Cambria Math" panose="02040503050406030204" pitchFamily="18" charset="0"/>
                        </a:rPr>
                        <m:t>Prof</m:t>
                      </m:r>
                      <m:r>
                        <a:rPr lang="en-CA" sz="2800" b="0" i="0" dirty="0" smtClean="0">
                          <a:solidFill>
                            <a:srgbClr val="423149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CA" sz="2800" b="0" i="0" dirty="0" smtClean="0">
                          <a:solidFill>
                            <a:srgbClr val="423149"/>
                          </a:solidFill>
                          <a:latin typeface="Cambria Math" panose="02040503050406030204" pitchFamily="18" charset="0"/>
                        </a:rPr>
                        <m:t>Ryan</m:t>
                      </m:r>
                      <m:r>
                        <a:rPr lang="en-CA" sz="2800" b="0" i="0" dirty="0" smtClean="0">
                          <a:solidFill>
                            <a:srgbClr val="423149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CA" sz="2800" b="0" i="0" dirty="0" smtClean="0">
                          <a:solidFill>
                            <a:srgbClr val="423149"/>
                          </a:solidFill>
                          <a:latin typeface="Cambria Math" panose="02040503050406030204" pitchFamily="18" charset="0"/>
                        </a:rPr>
                        <m:t>Rad</m:t>
                      </m:r>
                    </m:oMath>
                  </m:oMathPara>
                </a14:m>
                <a:endParaRPr lang="en-US" sz="2800" dirty="0">
                  <a:solidFill>
                    <a:srgbClr val="423149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CD5336C9-A34E-482B-714B-1ECA5A78CA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68808" y="2178466"/>
                <a:ext cx="5727386" cy="492186"/>
              </a:xfrm>
              <a:prstGeom prst="rect">
                <a:avLst/>
              </a:prstGeom>
              <a:blipFill>
                <a:blip r:embed="rId11"/>
                <a:stretch>
                  <a:fillRect l="-665" t="-5000" b="-2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70114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12754</TotalTime>
  <Words>66</Words>
  <Application>Microsoft Macintosh PowerPoint</Application>
  <PresentationFormat>Custom</PresentationFormat>
  <Paragraphs>46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Cambria</vt:lpstr>
      <vt:lpstr>Cambria Math</vt:lpstr>
      <vt:lpstr>Wingdings</vt:lpstr>
      <vt:lpstr>Office Theme</vt:lpstr>
      <vt:lpstr>PowerPoint Presentation</vt:lpstr>
    </vt:vector>
  </TitlesOfParts>
  <Company>Simon Fraser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Reza Moradi Rad</dc:creator>
  <cp:lastModifiedBy>Rad, Ryan</cp:lastModifiedBy>
  <cp:revision>351</cp:revision>
  <dcterms:created xsi:type="dcterms:W3CDTF">2016-05-11T20:53:11Z</dcterms:created>
  <dcterms:modified xsi:type="dcterms:W3CDTF">2025-04-01T18:37:54Z</dcterms:modified>
</cp:coreProperties>
</file>