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21945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0002"/>
    <a:srgbClr val="FAF0FC"/>
    <a:srgbClr val="E1D9E2"/>
    <a:srgbClr val="9274A0"/>
    <a:srgbClr val="755882"/>
    <a:srgbClr val="CC99FF"/>
    <a:srgbClr val="D5CBD8"/>
    <a:srgbClr val="C7B9CB"/>
    <a:srgbClr val="423149"/>
    <a:srgbClr val="654C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5" autoAdjust="0"/>
    <p:restoredTop sz="92491" autoAdjust="0"/>
  </p:normalViewPr>
  <p:slideViewPr>
    <p:cSldViewPr snapToGrid="0">
      <p:cViewPr varScale="1">
        <p:scale>
          <a:sx n="51" d="100"/>
          <a:sy n="51" d="100"/>
        </p:scale>
        <p:origin x="17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1E7F9-983F-4EBA-8B82-F50A297EF965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0C68-88B0-4F42-A5F8-509C290E5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1pPr>
    <a:lvl2pPr marL="242927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2pPr>
    <a:lvl3pPr marL="485850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3pPr>
    <a:lvl4pPr marL="728777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4pPr>
    <a:lvl5pPr marL="971704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5pPr>
    <a:lvl6pPr marL="1214630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6pPr>
    <a:lvl7pPr marL="1457554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7pPr>
    <a:lvl8pPr marL="1700481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8pPr>
    <a:lvl9pPr marL="1943408" algn="l" defTabSz="485850" rtl="0" eaLnBrk="1" latinLnBrk="0" hangingPunct="1">
      <a:defRPr sz="6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40C68-88B0-4F42-A5F8-509C290E50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693671"/>
            <a:ext cx="1865376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8644891"/>
            <a:ext cx="16459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9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1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4103375"/>
            <a:ext cx="1892808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11014715"/>
            <a:ext cx="1892808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7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4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876304"/>
            <a:ext cx="1892808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4034791"/>
            <a:ext cx="9284016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6012180"/>
            <a:ext cx="9284016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4034791"/>
            <a:ext cx="9329738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6012180"/>
            <a:ext cx="932973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5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369824"/>
            <a:ext cx="11109960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369824"/>
            <a:ext cx="11109960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3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8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876300"/>
            <a:ext cx="473202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876300"/>
            <a:ext cx="1392174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5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876304"/>
            <a:ext cx="1892808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4381500"/>
            <a:ext cx="1892808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5255244"/>
            <a:ext cx="740664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C8073B0-447C-5718-AF0A-D01C1673A349}"/>
              </a:ext>
            </a:extLst>
          </p:cNvPr>
          <p:cNvSpPr txBox="1"/>
          <p:nvPr/>
        </p:nvSpPr>
        <p:spPr>
          <a:xfrm>
            <a:off x="256006" y="3018721"/>
            <a:ext cx="6013381" cy="2848425"/>
          </a:xfrm>
          <a:prstGeom prst="rect">
            <a:avLst/>
          </a:prstGeom>
          <a:noFill/>
          <a:ln w="38100">
            <a:solidFill>
              <a:srgbClr val="9274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289" name="TextBox 288"/>
          <p:cNvSpPr txBox="1"/>
          <p:nvPr/>
        </p:nvSpPr>
        <p:spPr>
          <a:xfrm>
            <a:off x="15518153" y="15840865"/>
            <a:ext cx="6045862" cy="307777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463040">
              <a:buSzPct val="200000"/>
              <a:defRPr sz="3200" b="1">
                <a:latin typeface="Cambria" panose="02040503050406030204" pitchFamily="18" charset="0"/>
              </a:defRPr>
            </a:lvl1pPr>
          </a:lstStyle>
          <a:p>
            <a:pPr marL="0"/>
            <a:r>
              <a:rPr lang="en-US" sz="2000" dirty="0">
                <a:solidFill>
                  <a:srgbClr val="423149"/>
                </a:solidFill>
              </a:rPr>
              <a:t> 		Future work: </a:t>
            </a:r>
            <a:r>
              <a:rPr lang="en-US" sz="2000" b="0" dirty="0">
                <a:solidFill>
                  <a:srgbClr val="423149"/>
                </a:solidFill>
              </a:rPr>
              <a:t>Fire Spread Modeling 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-57948" y="528232"/>
            <a:ext cx="22003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423149"/>
                </a:solidFill>
                <a:latin typeface="Cambria" panose="02040503050406030204" pitchFamily="18" charset="0"/>
              </a:rPr>
              <a:t>Project Title</a:t>
            </a:r>
            <a:endParaRPr lang="en-US" sz="4400" b="1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259868" y="6556866"/>
            <a:ext cx="6006076" cy="6307237"/>
          </a:xfrm>
          <a:prstGeom prst="rect">
            <a:avLst/>
          </a:prstGeom>
          <a:noFill/>
          <a:ln w="38100">
            <a:solidFill>
              <a:srgbClr val="9274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altLang="en-US" dirty="0"/>
          </a:p>
          <a:p>
            <a:endParaRPr lang="en-US" alt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330" name="Picture 329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rgbClr val="654C7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15483339" y="15805886"/>
            <a:ext cx="359378" cy="3672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Rectangle 264"/>
              <p:cNvSpPr/>
              <p:nvPr/>
            </p:nvSpPr>
            <p:spPr>
              <a:xfrm>
                <a:off x="16169212" y="1954064"/>
                <a:ext cx="3932157" cy="397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Supervised</m:t>
                      </m:r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Prof</m:t>
                      </m:r>
                      <m:r>
                        <m:rPr>
                          <m:nor/>
                        </m:rPr>
                        <a:rPr lang="en-CA" sz="22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CA" sz="220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Ryan</m:t>
                      </m:r>
                      <m:r>
                        <m:rPr>
                          <m:nor/>
                        </m:rPr>
                        <a:rPr lang="en-US" sz="220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sz="220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n-US" sz="220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65" name="Rectangle 2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212" y="1954064"/>
                <a:ext cx="3932157" cy="397032"/>
              </a:xfrm>
              <a:prstGeom prst="rect">
                <a:avLst/>
              </a:prstGeom>
              <a:blipFill>
                <a:blip r:embed="rId5"/>
                <a:stretch>
                  <a:fillRect l="-643" t="-1562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931C2C0-681E-6588-ECB8-92302AEFCDF5}"/>
              </a:ext>
            </a:extLst>
          </p:cNvPr>
          <p:cNvSpPr/>
          <p:nvPr/>
        </p:nvSpPr>
        <p:spPr>
          <a:xfrm>
            <a:off x="221578" y="13129171"/>
            <a:ext cx="6099449" cy="46800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3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3. Related Work</a:t>
            </a:r>
            <a:endParaRPr lang="en-US" sz="3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Rounded Rectangle 266"/>
          <p:cNvSpPr/>
          <p:nvPr/>
        </p:nvSpPr>
        <p:spPr>
          <a:xfrm>
            <a:off x="256006" y="6089537"/>
            <a:ext cx="6031542" cy="46800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3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2. Motivations &amp; Objectives</a:t>
            </a:r>
            <a:endParaRPr lang="en-US" sz="3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Rounded Rectangle 267"/>
          <p:cNvSpPr/>
          <p:nvPr/>
        </p:nvSpPr>
        <p:spPr>
          <a:xfrm>
            <a:off x="6465756" y="2572753"/>
            <a:ext cx="8600246" cy="46800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3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4. Methodology</a:t>
            </a:r>
            <a:endParaRPr lang="en-US" sz="3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" name="Rounded Rectangle 265"/>
          <p:cNvSpPr/>
          <p:nvPr/>
        </p:nvSpPr>
        <p:spPr>
          <a:xfrm>
            <a:off x="237069" y="2582292"/>
            <a:ext cx="6050479" cy="46800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3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1. Background</a:t>
            </a:r>
            <a:endParaRPr lang="en-US" sz="3000" dirty="0">
              <a:solidFill>
                <a:srgbClr val="ECE6EE"/>
              </a:solidFill>
              <a:latin typeface="Cambria" panose="02040503050406030204" pitchFamily="18" charset="0"/>
            </a:endParaRPr>
          </a:p>
        </p:txBody>
      </p:sp>
      <p:sp>
        <p:nvSpPr>
          <p:cNvPr id="270" name="Rounded Rectangle 269"/>
          <p:cNvSpPr/>
          <p:nvPr/>
        </p:nvSpPr>
        <p:spPr>
          <a:xfrm>
            <a:off x="15260225" y="2572753"/>
            <a:ext cx="6464747" cy="46800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3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5. Experimental Results</a:t>
            </a:r>
            <a:endParaRPr lang="en-US" sz="3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80410" y="3050292"/>
            <a:ext cx="8570939" cy="13255546"/>
          </a:xfrm>
          <a:prstGeom prst="rect">
            <a:avLst/>
          </a:prstGeom>
          <a:noFill/>
          <a:ln w="38100">
            <a:solidFill>
              <a:srgbClr val="9274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Rectangle 116"/>
          <p:cNvSpPr/>
          <p:nvPr/>
        </p:nvSpPr>
        <p:spPr>
          <a:xfrm>
            <a:off x="15260225" y="3050291"/>
            <a:ext cx="6425507" cy="13255546"/>
          </a:xfrm>
          <a:prstGeom prst="rect">
            <a:avLst/>
          </a:prstGeom>
          <a:noFill/>
          <a:ln w="38100">
            <a:solidFill>
              <a:srgbClr val="9274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221578" y="13589367"/>
            <a:ext cx="6065971" cy="2716470"/>
          </a:xfrm>
          <a:prstGeom prst="rect">
            <a:avLst/>
          </a:prstGeom>
          <a:noFill/>
          <a:ln w="38100">
            <a:solidFill>
              <a:srgbClr val="9274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66C98D0-8F50-C666-0F79-BC26F7194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06" y="1236118"/>
            <a:ext cx="3932156" cy="1114978"/>
          </a:xfrm>
          <a:prstGeom prst="rect">
            <a:avLst/>
          </a:prstGeom>
        </p:spPr>
      </p:pic>
      <p:pic>
        <p:nvPicPr>
          <p:cNvPr id="5" name="Picture 4" descr="Northeastern University Guide [Admission Overview] - Ivy Scholars">
            <a:extLst>
              <a:ext uri="{FF2B5EF4-FFF2-40B4-BE49-F238E27FC236}">
                <a16:creationId xmlns:a16="http://schemas.microsoft.com/office/drawing/2014/main" id="{7FA97BB4-ADDE-E28C-29B2-C77D110F9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1369" y="903935"/>
            <a:ext cx="1584363" cy="158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FEACD7E-74B2-2768-9590-0512AC2482CA}"/>
                  </a:ext>
                </a:extLst>
              </p:cNvPr>
              <p:cNvSpPr/>
              <p:nvPr/>
            </p:nvSpPr>
            <p:spPr>
              <a:xfrm>
                <a:off x="6480410" y="1593966"/>
                <a:ext cx="8320611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sz="2400" dirty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ame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1, 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2, 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24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CA" sz="2400" b="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CA" sz="24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Khoury College of Computer Science</a:t>
                </a:r>
                <a:r>
                  <a:rPr lang="en-US" sz="24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, Northeastern University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FEACD7E-74B2-2768-9590-0512AC2482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410" y="1593966"/>
                <a:ext cx="8320611" cy="757130"/>
              </a:xfrm>
              <a:prstGeom prst="rect">
                <a:avLst/>
              </a:prstGeom>
              <a:blipFill>
                <a:blip r:embed="rId8"/>
                <a:stretch>
                  <a:fillRect l="-1220" t="-819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01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12932</TotalTime>
  <Words>54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Cambria Math</vt:lpstr>
      <vt:lpstr>Office Theme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 Moradi Rad</dc:creator>
  <cp:lastModifiedBy>Rad, Ryan</cp:lastModifiedBy>
  <cp:revision>352</cp:revision>
  <dcterms:created xsi:type="dcterms:W3CDTF">2016-05-11T20:53:11Z</dcterms:created>
  <dcterms:modified xsi:type="dcterms:W3CDTF">2025-04-01T18:35:52Z</dcterms:modified>
</cp:coreProperties>
</file>